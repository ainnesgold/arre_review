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27432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/>
    <p:restoredTop sz="94645"/>
  </p:normalViewPr>
  <p:slideViewPr>
    <p:cSldViewPr snapToGrid="0">
      <p:cViewPr varScale="1">
        <p:scale>
          <a:sx n="40" d="100"/>
          <a:sy n="40" d="100"/>
        </p:scale>
        <p:origin x="132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0" y="2992968"/>
            <a:ext cx="23317200" cy="6366933"/>
          </a:xfrm>
        </p:spPr>
        <p:txBody>
          <a:bodyPr anchor="b"/>
          <a:lstStyle>
            <a:lvl1pPr algn="ctr">
              <a:defRPr sz="1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0" y="9605435"/>
            <a:ext cx="20574000" cy="4415365"/>
          </a:xfrm>
        </p:spPr>
        <p:txBody>
          <a:bodyPr/>
          <a:lstStyle>
            <a:lvl1pPr marL="0" indent="0" algn="ctr">
              <a:buNone/>
              <a:defRPr sz="6400"/>
            </a:lvl1pPr>
            <a:lvl2pPr marL="1219215" indent="0" algn="ctr">
              <a:buNone/>
              <a:defRPr sz="5333"/>
            </a:lvl2pPr>
            <a:lvl3pPr marL="2438430" indent="0" algn="ctr">
              <a:buNone/>
              <a:defRPr sz="4800"/>
            </a:lvl3pPr>
            <a:lvl4pPr marL="3657646" indent="0" algn="ctr">
              <a:buNone/>
              <a:defRPr sz="4267"/>
            </a:lvl4pPr>
            <a:lvl5pPr marL="4876861" indent="0" algn="ctr">
              <a:buNone/>
              <a:defRPr sz="4267"/>
            </a:lvl5pPr>
            <a:lvl6pPr marL="6096076" indent="0" algn="ctr">
              <a:buNone/>
              <a:defRPr sz="4267"/>
            </a:lvl6pPr>
            <a:lvl7pPr marL="7315291" indent="0" algn="ctr">
              <a:buNone/>
              <a:defRPr sz="4267"/>
            </a:lvl7pPr>
            <a:lvl8pPr marL="8534507" indent="0" algn="ctr">
              <a:buNone/>
              <a:defRPr sz="4267"/>
            </a:lvl8pPr>
            <a:lvl9pPr marL="9753722" indent="0" algn="ctr">
              <a:buNone/>
              <a:defRPr sz="426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6B879-DB3E-3042-954A-95D6175EB813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5692-8CC7-1043-8D54-8FD572C60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149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6B879-DB3E-3042-954A-95D6175EB813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5692-8CC7-1043-8D54-8FD572C60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408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1664" y="4559305"/>
            <a:ext cx="23660100" cy="7607299"/>
          </a:xfrm>
        </p:spPr>
        <p:txBody>
          <a:bodyPr anchor="b"/>
          <a:lstStyle>
            <a:lvl1pPr>
              <a:defRPr sz="1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71664" y="12238572"/>
            <a:ext cx="23660100" cy="4000499"/>
          </a:xfrm>
        </p:spPr>
        <p:txBody>
          <a:bodyPr/>
          <a:lstStyle>
            <a:lvl1pPr marL="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1pPr>
            <a:lvl2pPr marL="1219215" indent="0">
              <a:buNone/>
              <a:defRPr sz="5333">
                <a:solidFill>
                  <a:schemeClr val="tx1">
                    <a:tint val="82000"/>
                  </a:schemeClr>
                </a:solidFill>
              </a:defRPr>
            </a:lvl2pPr>
            <a:lvl3pPr marL="243843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3pPr>
            <a:lvl4pPr marL="3657646" indent="0">
              <a:buNone/>
              <a:defRPr sz="4267">
                <a:solidFill>
                  <a:schemeClr val="tx1">
                    <a:tint val="82000"/>
                  </a:schemeClr>
                </a:solidFill>
              </a:defRPr>
            </a:lvl4pPr>
            <a:lvl5pPr marL="4876861" indent="0">
              <a:buNone/>
              <a:defRPr sz="4267">
                <a:solidFill>
                  <a:schemeClr val="tx1">
                    <a:tint val="82000"/>
                  </a:schemeClr>
                </a:solidFill>
              </a:defRPr>
            </a:lvl5pPr>
            <a:lvl6pPr marL="6096076" indent="0">
              <a:buNone/>
              <a:defRPr sz="4267">
                <a:solidFill>
                  <a:schemeClr val="tx1">
                    <a:tint val="82000"/>
                  </a:schemeClr>
                </a:solidFill>
              </a:defRPr>
            </a:lvl6pPr>
            <a:lvl7pPr marL="7315291" indent="0">
              <a:buNone/>
              <a:defRPr sz="4267">
                <a:solidFill>
                  <a:schemeClr val="tx1">
                    <a:tint val="82000"/>
                  </a:schemeClr>
                </a:solidFill>
              </a:defRPr>
            </a:lvl7pPr>
            <a:lvl8pPr marL="8534507" indent="0">
              <a:buNone/>
              <a:defRPr sz="4267">
                <a:solidFill>
                  <a:schemeClr val="tx1">
                    <a:tint val="82000"/>
                  </a:schemeClr>
                </a:solidFill>
              </a:defRPr>
            </a:lvl8pPr>
            <a:lvl9pPr marL="9753722" indent="0">
              <a:buNone/>
              <a:defRPr sz="42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6B879-DB3E-3042-954A-95D6175EB813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5692-8CC7-1043-8D54-8FD572C60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73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85950" y="4868333"/>
            <a:ext cx="116586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887450" y="4868333"/>
            <a:ext cx="116586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6B879-DB3E-3042-954A-95D6175EB813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5692-8CC7-1043-8D54-8FD572C60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98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973670"/>
            <a:ext cx="23660100" cy="353483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9526" y="4483101"/>
            <a:ext cx="11605020" cy="2197099"/>
          </a:xfrm>
        </p:spPr>
        <p:txBody>
          <a:bodyPr anchor="b"/>
          <a:lstStyle>
            <a:lvl1pPr marL="0" indent="0">
              <a:buNone/>
              <a:defRPr sz="6400" b="1"/>
            </a:lvl1pPr>
            <a:lvl2pPr marL="1219215" indent="0">
              <a:buNone/>
              <a:defRPr sz="5333" b="1"/>
            </a:lvl2pPr>
            <a:lvl3pPr marL="2438430" indent="0">
              <a:buNone/>
              <a:defRPr sz="4800" b="1"/>
            </a:lvl3pPr>
            <a:lvl4pPr marL="3657646" indent="0">
              <a:buNone/>
              <a:defRPr sz="4267" b="1"/>
            </a:lvl4pPr>
            <a:lvl5pPr marL="4876861" indent="0">
              <a:buNone/>
              <a:defRPr sz="4267" b="1"/>
            </a:lvl5pPr>
            <a:lvl6pPr marL="6096076" indent="0">
              <a:buNone/>
              <a:defRPr sz="4267" b="1"/>
            </a:lvl6pPr>
            <a:lvl7pPr marL="7315291" indent="0">
              <a:buNone/>
              <a:defRPr sz="4267" b="1"/>
            </a:lvl7pPr>
            <a:lvl8pPr marL="8534507" indent="0">
              <a:buNone/>
              <a:defRPr sz="4267" b="1"/>
            </a:lvl8pPr>
            <a:lvl9pPr marL="9753722" indent="0">
              <a:buNone/>
              <a:defRPr sz="42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89526" y="6680200"/>
            <a:ext cx="11605020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887451" y="4483101"/>
            <a:ext cx="11662173" cy="2197099"/>
          </a:xfrm>
        </p:spPr>
        <p:txBody>
          <a:bodyPr anchor="b"/>
          <a:lstStyle>
            <a:lvl1pPr marL="0" indent="0">
              <a:buNone/>
              <a:defRPr sz="6400" b="1"/>
            </a:lvl1pPr>
            <a:lvl2pPr marL="1219215" indent="0">
              <a:buNone/>
              <a:defRPr sz="5333" b="1"/>
            </a:lvl2pPr>
            <a:lvl3pPr marL="2438430" indent="0">
              <a:buNone/>
              <a:defRPr sz="4800" b="1"/>
            </a:lvl3pPr>
            <a:lvl4pPr marL="3657646" indent="0">
              <a:buNone/>
              <a:defRPr sz="4267" b="1"/>
            </a:lvl4pPr>
            <a:lvl5pPr marL="4876861" indent="0">
              <a:buNone/>
              <a:defRPr sz="4267" b="1"/>
            </a:lvl5pPr>
            <a:lvl6pPr marL="6096076" indent="0">
              <a:buNone/>
              <a:defRPr sz="4267" b="1"/>
            </a:lvl6pPr>
            <a:lvl7pPr marL="7315291" indent="0">
              <a:buNone/>
              <a:defRPr sz="4267" b="1"/>
            </a:lvl7pPr>
            <a:lvl8pPr marL="8534507" indent="0">
              <a:buNone/>
              <a:defRPr sz="4267" b="1"/>
            </a:lvl8pPr>
            <a:lvl9pPr marL="9753722" indent="0">
              <a:buNone/>
              <a:defRPr sz="42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887451" y="6680200"/>
            <a:ext cx="11662173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6B879-DB3E-3042-954A-95D6175EB813}" type="datetimeFigureOut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5692-8CC7-1043-8D54-8FD572C60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512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6B879-DB3E-3042-954A-95D6175EB813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5692-8CC7-1043-8D54-8FD572C60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561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6B879-DB3E-3042-954A-95D6175EB813}" type="datetimeFigureOut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5692-8CC7-1043-8D54-8FD572C60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320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219200"/>
            <a:ext cx="8847534" cy="4267200"/>
          </a:xfrm>
        </p:spPr>
        <p:txBody>
          <a:bodyPr anchor="b"/>
          <a:lstStyle>
            <a:lvl1pPr>
              <a:defRPr sz="85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62173" y="2633137"/>
            <a:ext cx="13887450" cy="12996333"/>
          </a:xfrm>
        </p:spPr>
        <p:txBody>
          <a:bodyPr/>
          <a:lstStyle>
            <a:lvl1pPr>
              <a:defRPr sz="8533"/>
            </a:lvl1pPr>
            <a:lvl2pPr>
              <a:defRPr sz="7467"/>
            </a:lvl2pPr>
            <a:lvl3pPr>
              <a:defRPr sz="6400"/>
            </a:lvl3pPr>
            <a:lvl4pPr>
              <a:defRPr sz="5333"/>
            </a:lvl4pPr>
            <a:lvl5pPr>
              <a:defRPr sz="5333"/>
            </a:lvl5pPr>
            <a:lvl6pPr>
              <a:defRPr sz="5333"/>
            </a:lvl6pPr>
            <a:lvl7pPr>
              <a:defRPr sz="5333"/>
            </a:lvl7pPr>
            <a:lvl8pPr>
              <a:defRPr sz="5333"/>
            </a:lvl8pPr>
            <a:lvl9pPr>
              <a:defRPr sz="5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23" y="5486400"/>
            <a:ext cx="8847534" cy="10164235"/>
          </a:xfrm>
        </p:spPr>
        <p:txBody>
          <a:bodyPr/>
          <a:lstStyle>
            <a:lvl1pPr marL="0" indent="0">
              <a:buNone/>
              <a:defRPr sz="4267"/>
            </a:lvl1pPr>
            <a:lvl2pPr marL="1219215" indent="0">
              <a:buNone/>
              <a:defRPr sz="3733"/>
            </a:lvl2pPr>
            <a:lvl3pPr marL="2438430" indent="0">
              <a:buNone/>
              <a:defRPr sz="3200"/>
            </a:lvl3pPr>
            <a:lvl4pPr marL="3657646" indent="0">
              <a:buNone/>
              <a:defRPr sz="2667"/>
            </a:lvl4pPr>
            <a:lvl5pPr marL="4876861" indent="0">
              <a:buNone/>
              <a:defRPr sz="2667"/>
            </a:lvl5pPr>
            <a:lvl6pPr marL="6096076" indent="0">
              <a:buNone/>
              <a:defRPr sz="2667"/>
            </a:lvl6pPr>
            <a:lvl7pPr marL="7315291" indent="0">
              <a:buNone/>
              <a:defRPr sz="2667"/>
            </a:lvl7pPr>
            <a:lvl8pPr marL="8534507" indent="0">
              <a:buNone/>
              <a:defRPr sz="2667"/>
            </a:lvl8pPr>
            <a:lvl9pPr marL="9753722" indent="0">
              <a:buNone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6B879-DB3E-3042-954A-95D6175EB813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5692-8CC7-1043-8D54-8FD572C60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124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219200"/>
            <a:ext cx="8847534" cy="4267200"/>
          </a:xfrm>
        </p:spPr>
        <p:txBody>
          <a:bodyPr anchor="b"/>
          <a:lstStyle>
            <a:lvl1pPr>
              <a:defRPr sz="85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62173" y="2633137"/>
            <a:ext cx="13887450" cy="12996333"/>
          </a:xfrm>
        </p:spPr>
        <p:txBody>
          <a:bodyPr anchor="t"/>
          <a:lstStyle>
            <a:lvl1pPr marL="0" indent="0">
              <a:buNone/>
              <a:defRPr sz="8533"/>
            </a:lvl1pPr>
            <a:lvl2pPr marL="1219215" indent="0">
              <a:buNone/>
              <a:defRPr sz="7467"/>
            </a:lvl2pPr>
            <a:lvl3pPr marL="2438430" indent="0">
              <a:buNone/>
              <a:defRPr sz="6400"/>
            </a:lvl3pPr>
            <a:lvl4pPr marL="3657646" indent="0">
              <a:buNone/>
              <a:defRPr sz="5333"/>
            </a:lvl4pPr>
            <a:lvl5pPr marL="4876861" indent="0">
              <a:buNone/>
              <a:defRPr sz="5333"/>
            </a:lvl5pPr>
            <a:lvl6pPr marL="6096076" indent="0">
              <a:buNone/>
              <a:defRPr sz="5333"/>
            </a:lvl6pPr>
            <a:lvl7pPr marL="7315291" indent="0">
              <a:buNone/>
              <a:defRPr sz="5333"/>
            </a:lvl7pPr>
            <a:lvl8pPr marL="8534507" indent="0">
              <a:buNone/>
              <a:defRPr sz="5333"/>
            </a:lvl8pPr>
            <a:lvl9pPr marL="9753722" indent="0">
              <a:buNone/>
              <a:defRPr sz="53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23" y="5486400"/>
            <a:ext cx="8847534" cy="10164235"/>
          </a:xfrm>
        </p:spPr>
        <p:txBody>
          <a:bodyPr/>
          <a:lstStyle>
            <a:lvl1pPr marL="0" indent="0">
              <a:buNone/>
              <a:defRPr sz="4267"/>
            </a:lvl1pPr>
            <a:lvl2pPr marL="1219215" indent="0">
              <a:buNone/>
              <a:defRPr sz="3733"/>
            </a:lvl2pPr>
            <a:lvl3pPr marL="2438430" indent="0">
              <a:buNone/>
              <a:defRPr sz="3200"/>
            </a:lvl3pPr>
            <a:lvl4pPr marL="3657646" indent="0">
              <a:buNone/>
              <a:defRPr sz="2667"/>
            </a:lvl4pPr>
            <a:lvl5pPr marL="4876861" indent="0">
              <a:buNone/>
              <a:defRPr sz="2667"/>
            </a:lvl5pPr>
            <a:lvl6pPr marL="6096076" indent="0">
              <a:buNone/>
              <a:defRPr sz="2667"/>
            </a:lvl6pPr>
            <a:lvl7pPr marL="7315291" indent="0">
              <a:buNone/>
              <a:defRPr sz="2667"/>
            </a:lvl7pPr>
            <a:lvl8pPr marL="8534507" indent="0">
              <a:buNone/>
              <a:defRPr sz="2667"/>
            </a:lvl8pPr>
            <a:lvl9pPr marL="9753722" indent="0">
              <a:buNone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6B879-DB3E-3042-954A-95D6175EB813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5692-8CC7-1043-8D54-8FD572C60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991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6B879-DB3E-3042-954A-95D6175EB813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5692-8CC7-1043-8D54-8FD572C60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566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631027" y="973666"/>
            <a:ext cx="5915025" cy="154982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885952" y="973666"/>
            <a:ext cx="17402175" cy="154982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6B879-DB3E-3042-954A-95D6175EB813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5692-8CC7-1043-8D54-8FD572C60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184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85950" y="973670"/>
            <a:ext cx="2366010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50" y="4868333"/>
            <a:ext cx="2366010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85950" y="16950271"/>
            <a:ext cx="6172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D6B879-DB3E-3042-954A-95D6175EB813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086850" y="16950271"/>
            <a:ext cx="92583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373850" y="16950271"/>
            <a:ext cx="6172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FA5692-8CC7-1043-8D54-8FD572C600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154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438430" rtl="0" eaLnBrk="1" latinLnBrk="0" hangingPunct="1">
        <a:lnSpc>
          <a:spcPct val="90000"/>
        </a:lnSpc>
        <a:spcBef>
          <a:spcPct val="0"/>
        </a:spcBef>
        <a:buNone/>
        <a:defRPr sz="1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9608" indent="-609608" algn="l" defTabSz="2438430" rtl="0" eaLnBrk="1" latinLnBrk="0" hangingPunct="1">
        <a:lnSpc>
          <a:spcPct val="90000"/>
        </a:lnSpc>
        <a:spcBef>
          <a:spcPts val="2667"/>
        </a:spcBef>
        <a:buFont typeface="Arial" panose="020B0604020202020204" pitchFamily="34" charset="0"/>
        <a:buChar char="•"/>
        <a:defRPr sz="7467" kern="1200">
          <a:solidFill>
            <a:schemeClr val="tx1"/>
          </a:solidFill>
          <a:latin typeface="+mn-lt"/>
          <a:ea typeface="+mn-ea"/>
          <a:cs typeface="+mn-cs"/>
        </a:defRPr>
      </a:lvl1pPr>
      <a:lvl2pPr marL="1828823" indent="-609608" algn="l" defTabSz="243843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6400" kern="1200">
          <a:solidFill>
            <a:schemeClr val="tx1"/>
          </a:solidFill>
          <a:latin typeface="+mn-lt"/>
          <a:ea typeface="+mn-ea"/>
          <a:cs typeface="+mn-cs"/>
        </a:defRPr>
      </a:lvl2pPr>
      <a:lvl3pPr marL="3048038" indent="-609608" algn="l" defTabSz="243843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5333" kern="1200">
          <a:solidFill>
            <a:schemeClr val="tx1"/>
          </a:solidFill>
          <a:latin typeface="+mn-lt"/>
          <a:ea typeface="+mn-ea"/>
          <a:cs typeface="+mn-cs"/>
        </a:defRPr>
      </a:lvl3pPr>
      <a:lvl4pPr marL="4267253" indent="-609608" algn="l" defTabSz="243843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69" indent="-609608" algn="l" defTabSz="243843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5pPr>
      <a:lvl6pPr marL="6705684" indent="-609608" algn="l" defTabSz="243843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6pPr>
      <a:lvl7pPr marL="7924899" indent="-609608" algn="l" defTabSz="243843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7pPr>
      <a:lvl8pPr marL="9144114" indent="-609608" algn="l" defTabSz="243843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8pPr>
      <a:lvl9pPr marL="10363330" indent="-609608" algn="l" defTabSz="243843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38430" rtl="0" eaLnBrk="1" latinLnBrk="0" hangingPunct="1">
        <a:defRPr sz="4800" kern="1200">
          <a:solidFill>
            <a:schemeClr val="tx1"/>
          </a:solidFill>
          <a:latin typeface="+mn-lt"/>
          <a:ea typeface="+mn-ea"/>
          <a:cs typeface="+mn-cs"/>
        </a:defRPr>
      </a:lvl1pPr>
      <a:lvl2pPr marL="1219215" algn="l" defTabSz="2438430" rtl="0" eaLnBrk="1" latinLnBrk="0" hangingPunct="1"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438430" algn="l" defTabSz="2438430" rtl="0" eaLnBrk="1" latinLnBrk="0" hangingPunct="1"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3657646" algn="l" defTabSz="2438430" rtl="0" eaLnBrk="1" latinLnBrk="0" hangingPunct="1">
        <a:defRPr sz="4800" kern="1200">
          <a:solidFill>
            <a:schemeClr val="tx1"/>
          </a:solidFill>
          <a:latin typeface="+mn-lt"/>
          <a:ea typeface="+mn-ea"/>
          <a:cs typeface="+mn-cs"/>
        </a:defRPr>
      </a:lvl4pPr>
      <a:lvl5pPr marL="4876861" algn="l" defTabSz="2438430" rtl="0" eaLnBrk="1" latinLnBrk="0" hangingPunct="1">
        <a:defRPr sz="4800" kern="1200">
          <a:solidFill>
            <a:schemeClr val="tx1"/>
          </a:solidFill>
          <a:latin typeface="+mn-lt"/>
          <a:ea typeface="+mn-ea"/>
          <a:cs typeface="+mn-cs"/>
        </a:defRPr>
      </a:lvl5pPr>
      <a:lvl6pPr marL="6096076" algn="l" defTabSz="2438430" rtl="0" eaLnBrk="1" latinLnBrk="0" hangingPunct="1">
        <a:defRPr sz="4800" kern="1200">
          <a:solidFill>
            <a:schemeClr val="tx1"/>
          </a:solidFill>
          <a:latin typeface="+mn-lt"/>
          <a:ea typeface="+mn-ea"/>
          <a:cs typeface="+mn-cs"/>
        </a:defRPr>
      </a:lvl6pPr>
      <a:lvl7pPr marL="7315291" algn="l" defTabSz="2438430" rtl="0" eaLnBrk="1" latinLnBrk="0" hangingPunct="1">
        <a:defRPr sz="4800" kern="1200">
          <a:solidFill>
            <a:schemeClr val="tx1"/>
          </a:solidFill>
          <a:latin typeface="+mn-lt"/>
          <a:ea typeface="+mn-ea"/>
          <a:cs typeface="+mn-cs"/>
        </a:defRPr>
      </a:lvl7pPr>
      <a:lvl8pPr marL="8534507" algn="l" defTabSz="2438430" rtl="0" eaLnBrk="1" latinLnBrk="0" hangingPunct="1">
        <a:defRPr sz="4800" kern="1200">
          <a:solidFill>
            <a:schemeClr val="tx1"/>
          </a:solidFill>
          <a:latin typeface="+mn-lt"/>
          <a:ea typeface="+mn-ea"/>
          <a:cs typeface="+mn-cs"/>
        </a:defRPr>
      </a:lvl8pPr>
      <a:lvl9pPr marL="9753722" algn="l" defTabSz="2438430" rtl="0" eaLnBrk="1" latinLnBrk="0" hangingPunct="1">
        <a:defRPr sz="4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9BAB54-1301-BD50-8AE5-148F925513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206" t="17420" r="15529" b="18323"/>
          <a:stretch>
            <a:fillRect/>
          </a:stretch>
        </p:blipFill>
        <p:spPr>
          <a:xfrm>
            <a:off x="10056885" y="1370512"/>
            <a:ext cx="8079036" cy="78342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950FB3-CA73-F007-CA09-5F69DC86550A}"/>
              </a:ext>
            </a:extLst>
          </p:cNvPr>
          <p:cNvSpPr txBox="1"/>
          <p:nvPr/>
        </p:nvSpPr>
        <p:spPr>
          <a:xfrm>
            <a:off x="12443320" y="160990"/>
            <a:ext cx="38876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B. 2005-2009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7BF5B0-18B9-ADF0-4A24-9F6797D42D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599" t="23792" r="21015" b="21135"/>
          <a:stretch>
            <a:fillRect/>
          </a:stretch>
        </p:blipFill>
        <p:spPr>
          <a:xfrm>
            <a:off x="18202381" y="1221162"/>
            <a:ext cx="8687320" cy="79228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F8FE7EB-605C-CA3A-4427-420730CD5C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392" t="14613" r="20290" b="17029"/>
          <a:stretch>
            <a:fillRect/>
          </a:stretch>
        </p:blipFill>
        <p:spPr>
          <a:xfrm>
            <a:off x="784364" y="10400405"/>
            <a:ext cx="7190810" cy="788759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8B7B911-72E7-5F78-A1EB-E2D329E6312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667" t="17030" r="16158" b="20652"/>
          <a:stretch>
            <a:fillRect/>
          </a:stretch>
        </p:blipFill>
        <p:spPr>
          <a:xfrm>
            <a:off x="10292116" y="10459510"/>
            <a:ext cx="8190013" cy="759791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9C7EA30-D50C-9B83-261B-6851C31B62C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0341" t="15459" r="15086" b="16908"/>
          <a:stretch>
            <a:fillRect/>
          </a:stretch>
        </p:blipFill>
        <p:spPr>
          <a:xfrm>
            <a:off x="19629404" y="10433348"/>
            <a:ext cx="7457083" cy="781046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5360CC2-D793-3DE7-1745-8CC05409A5E3}"/>
              </a:ext>
            </a:extLst>
          </p:cNvPr>
          <p:cNvSpPr txBox="1"/>
          <p:nvPr/>
        </p:nvSpPr>
        <p:spPr>
          <a:xfrm>
            <a:off x="21397312" y="160990"/>
            <a:ext cx="38876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C. 2010-2014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AE9C59-12AE-1F1F-152E-FFDCDA9757A1}"/>
              </a:ext>
            </a:extLst>
          </p:cNvPr>
          <p:cNvSpPr txBox="1"/>
          <p:nvPr/>
        </p:nvSpPr>
        <p:spPr>
          <a:xfrm>
            <a:off x="2554140" y="9569408"/>
            <a:ext cx="39212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D. 2015-2019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DE6EDE-CAAA-BCDA-99D6-FC8E53861AD8}"/>
              </a:ext>
            </a:extLst>
          </p:cNvPr>
          <p:cNvSpPr txBox="1"/>
          <p:nvPr/>
        </p:nvSpPr>
        <p:spPr>
          <a:xfrm>
            <a:off x="12135770" y="9569409"/>
            <a:ext cx="3921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E. 2020-2024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3C8F5C-8FA8-2A4E-CCD9-AF8390F2FC84}"/>
              </a:ext>
            </a:extLst>
          </p:cNvPr>
          <p:cNvSpPr txBox="1"/>
          <p:nvPr/>
        </p:nvSpPr>
        <p:spPr>
          <a:xfrm>
            <a:off x="21397311" y="9569410"/>
            <a:ext cx="56891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F. 2025-2026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1F435A-5A93-A668-F7FD-B7836142FA9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7641" t="19864" r="19204" b="22571"/>
          <a:stretch>
            <a:fillRect/>
          </a:stretch>
        </p:blipFill>
        <p:spPr>
          <a:xfrm>
            <a:off x="431761" y="1221162"/>
            <a:ext cx="8653551" cy="78875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25066E-65EB-DA1F-8692-7B9E045A3E51}"/>
              </a:ext>
            </a:extLst>
          </p:cNvPr>
          <p:cNvSpPr txBox="1"/>
          <p:nvPr/>
        </p:nvSpPr>
        <p:spPr>
          <a:xfrm>
            <a:off x="2147085" y="160989"/>
            <a:ext cx="38876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A. 2005-2026</a:t>
            </a:r>
          </a:p>
        </p:txBody>
      </p:sp>
    </p:spTree>
    <p:extLst>
      <p:ext uri="{BB962C8B-B14F-4D97-AF65-F5344CB8AC3E}">
        <p14:creationId xmlns:p14="http://schemas.microsoft.com/office/powerpoint/2010/main" val="2238673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</TotalTime>
  <Words>18</Words>
  <Application>Microsoft Macintosh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Annie Innes-Gold</dc:creator>
  <cp:lastModifiedBy>Annie Innes-Gold</cp:lastModifiedBy>
  <cp:revision>5</cp:revision>
  <dcterms:created xsi:type="dcterms:W3CDTF">2026-07-16T23:15:52Z</dcterms:created>
  <dcterms:modified xsi:type="dcterms:W3CDTF">2026-08-04T19:42:10Z</dcterms:modified>
</cp:coreProperties>
</file>