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27432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92"/>
  </p:normalViewPr>
  <p:slideViewPr>
    <p:cSldViewPr snapToGrid="0">
      <p:cViewPr varScale="1">
        <p:scale>
          <a:sx n="41" d="100"/>
          <a:sy n="41" d="100"/>
        </p:scale>
        <p:origin x="120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992968"/>
            <a:ext cx="23317200" cy="6366933"/>
          </a:xfrm>
        </p:spPr>
        <p:txBody>
          <a:bodyPr anchor="b"/>
          <a:lstStyle>
            <a:lvl1pPr algn="ctr"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0" y="9605435"/>
            <a:ext cx="20574000" cy="4415365"/>
          </a:xfrm>
        </p:spPr>
        <p:txBody>
          <a:bodyPr/>
          <a:lstStyle>
            <a:lvl1pPr marL="0" indent="0" algn="ctr">
              <a:buNone/>
              <a:defRPr sz="6400"/>
            </a:lvl1pPr>
            <a:lvl2pPr marL="1219215" indent="0" algn="ctr">
              <a:buNone/>
              <a:defRPr sz="5333"/>
            </a:lvl2pPr>
            <a:lvl3pPr marL="2438430" indent="0" algn="ctr">
              <a:buNone/>
              <a:defRPr sz="4800"/>
            </a:lvl3pPr>
            <a:lvl4pPr marL="3657646" indent="0" algn="ctr">
              <a:buNone/>
              <a:defRPr sz="4267"/>
            </a:lvl4pPr>
            <a:lvl5pPr marL="4876861" indent="0" algn="ctr">
              <a:buNone/>
              <a:defRPr sz="4267"/>
            </a:lvl5pPr>
            <a:lvl6pPr marL="6096076" indent="0" algn="ctr">
              <a:buNone/>
              <a:defRPr sz="4267"/>
            </a:lvl6pPr>
            <a:lvl7pPr marL="7315291" indent="0" algn="ctr">
              <a:buNone/>
              <a:defRPr sz="4267"/>
            </a:lvl7pPr>
            <a:lvl8pPr marL="8534507" indent="0" algn="ctr">
              <a:buNone/>
              <a:defRPr sz="4267"/>
            </a:lvl8pPr>
            <a:lvl9pPr marL="9753722" indent="0" algn="ctr">
              <a:buNone/>
              <a:defRPr sz="42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6B879-DB3E-3042-954A-95D6175EB81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5692-8CC7-1043-8D54-8FD572C6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149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6B879-DB3E-3042-954A-95D6175EB81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5692-8CC7-1043-8D54-8FD572C6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08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4" y="4559305"/>
            <a:ext cx="23660100" cy="7607299"/>
          </a:xfrm>
        </p:spPr>
        <p:txBody>
          <a:bodyPr anchor="b"/>
          <a:lstStyle>
            <a:lvl1pPr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4" y="12238572"/>
            <a:ext cx="23660100" cy="4000499"/>
          </a:xfrm>
        </p:spPr>
        <p:txBody>
          <a:bodyPr/>
          <a:lstStyle>
            <a:lvl1pPr marL="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1pPr>
            <a:lvl2pPr marL="1219215" indent="0">
              <a:buNone/>
              <a:defRPr sz="5333">
                <a:solidFill>
                  <a:schemeClr val="tx1">
                    <a:tint val="82000"/>
                  </a:schemeClr>
                </a:solidFill>
              </a:defRPr>
            </a:lvl2pPr>
            <a:lvl3pPr marL="243843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3pPr>
            <a:lvl4pPr marL="3657646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4pPr>
            <a:lvl5pPr marL="4876861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5pPr>
            <a:lvl6pPr marL="6096076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6pPr>
            <a:lvl7pPr marL="7315291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7pPr>
            <a:lvl8pPr marL="8534507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8pPr>
            <a:lvl9pPr marL="9753722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6B879-DB3E-3042-954A-95D6175EB81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5692-8CC7-1043-8D54-8FD572C6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3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0" y="4868333"/>
            <a:ext cx="116586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0" y="4868333"/>
            <a:ext cx="116586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6B879-DB3E-3042-954A-95D6175EB81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5692-8CC7-1043-8D54-8FD572C6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8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973670"/>
            <a:ext cx="2366010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26" y="4483101"/>
            <a:ext cx="11605020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26" y="6680200"/>
            <a:ext cx="1160502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1" y="4483101"/>
            <a:ext cx="11662173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1" y="6680200"/>
            <a:ext cx="11662173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6B879-DB3E-3042-954A-95D6175EB81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5692-8CC7-1043-8D54-8FD572C6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512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6B879-DB3E-3042-954A-95D6175EB81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5692-8CC7-1043-8D54-8FD572C6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561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6B879-DB3E-3042-954A-95D6175EB81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5692-8CC7-1043-8D54-8FD572C6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320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219200"/>
            <a:ext cx="8847534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3" y="2633137"/>
            <a:ext cx="13887450" cy="12996333"/>
          </a:xfrm>
        </p:spPr>
        <p:txBody>
          <a:bodyPr/>
          <a:lstStyle>
            <a:lvl1pPr>
              <a:defRPr sz="8533"/>
            </a:lvl1pPr>
            <a:lvl2pPr>
              <a:defRPr sz="7467"/>
            </a:lvl2pPr>
            <a:lvl3pPr>
              <a:defRPr sz="6400"/>
            </a:lvl3pPr>
            <a:lvl4pPr>
              <a:defRPr sz="5333"/>
            </a:lvl4pPr>
            <a:lvl5pPr>
              <a:defRPr sz="5333"/>
            </a:lvl5pPr>
            <a:lvl6pPr>
              <a:defRPr sz="5333"/>
            </a:lvl6pPr>
            <a:lvl7pPr>
              <a:defRPr sz="5333"/>
            </a:lvl7pPr>
            <a:lvl8pPr>
              <a:defRPr sz="5333"/>
            </a:lvl8pPr>
            <a:lvl9pPr>
              <a:defRPr sz="5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5486400"/>
            <a:ext cx="8847534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6B879-DB3E-3042-954A-95D6175EB81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5692-8CC7-1043-8D54-8FD572C6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24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219200"/>
            <a:ext cx="8847534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3" y="2633137"/>
            <a:ext cx="13887450" cy="12996333"/>
          </a:xfrm>
        </p:spPr>
        <p:txBody>
          <a:bodyPr anchor="t"/>
          <a:lstStyle>
            <a:lvl1pPr marL="0" indent="0">
              <a:buNone/>
              <a:defRPr sz="8533"/>
            </a:lvl1pPr>
            <a:lvl2pPr marL="1219215" indent="0">
              <a:buNone/>
              <a:defRPr sz="7467"/>
            </a:lvl2pPr>
            <a:lvl3pPr marL="2438430" indent="0">
              <a:buNone/>
              <a:defRPr sz="6400"/>
            </a:lvl3pPr>
            <a:lvl4pPr marL="3657646" indent="0">
              <a:buNone/>
              <a:defRPr sz="5333"/>
            </a:lvl4pPr>
            <a:lvl5pPr marL="4876861" indent="0">
              <a:buNone/>
              <a:defRPr sz="5333"/>
            </a:lvl5pPr>
            <a:lvl6pPr marL="6096076" indent="0">
              <a:buNone/>
              <a:defRPr sz="5333"/>
            </a:lvl6pPr>
            <a:lvl7pPr marL="7315291" indent="0">
              <a:buNone/>
              <a:defRPr sz="5333"/>
            </a:lvl7pPr>
            <a:lvl8pPr marL="8534507" indent="0">
              <a:buNone/>
              <a:defRPr sz="5333"/>
            </a:lvl8pPr>
            <a:lvl9pPr marL="9753722" indent="0">
              <a:buNone/>
              <a:defRPr sz="5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5486400"/>
            <a:ext cx="8847534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6B879-DB3E-3042-954A-95D6175EB81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5692-8CC7-1043-8D54-8FD572C6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91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6B879-DB3E-3042-954A-95D6175EB81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5692-8CC7-1043-8D54-8FD572C6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66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7" y="973666"/>
            <a:ext cx="5915025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2" y="973666"/>
            <a:ext cx="17402175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6B879-DB3E-3042-954A-95D6175EB81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A5692-8CC7-1043-8D54-8FD572C6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184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0" y="973670"/>
            <a:ext cx="236601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0" y="4868333"/>
            <a:ext cx="236601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D6B879-DB3E-3042-954A-95D6175EB813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0" y="16950271"/>
            <a:ext cx="92583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FA5692-8CC7-1043-8D54-8FD572C6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54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438430" rtl="0" eaLnBrk="1" latinLnBrk="0" hangingPunct="1">
        <a:lnSpc>
          <a:spcPct val="90000"/>
        </a:lnSpc>
        <a:spcBef>
          <a:spcPct val="0"/>
        </a:spcBef>
        <a:buNone/>
        <a:defRPr sz="1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08" indent="-609608" algn="l" defTabSz="2438430" rtl="0" eaLnBrk="1" latinLnBrk="0" hangingPunct="1">
        <a:lnSpc>
          <a:spcPct val="90000"/>
        </a:lnSpc>
        <a:spcBef>
          <a:spcPts val="2667"/>
        </a:spcBef>
        <a:buFont typeface="Arial" panose="020B0604020202020204" pitchFamily="34" charset="0"/>
        <a:buChar char="•"/>
        <a:defRPr sz="7467" kern="1200">
          <a:solidFill>
            <a:schemeClr val="tx1"/>
          </a:solidFill>
          <a:latin typeface="+mn-lt"/>
          <a:ea typeface="+mn-ea"/>
          <a:cs typeface="+mn-cs"/>
        </a:defRPr>
      </a:lvl1pPr>
      <a:lvl2pPr marL="182882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2pPr>
      <a:lvl3pPr marL="3048038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25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6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70568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89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11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330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3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4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86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07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29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507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722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9BAB54-1301-BD50-8AE5-148F925513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06" t="17420" r="15529" b="18323"/>
          <a:stretch>
            <a:fillRect/>
          </a:stretch>
        </p:blipFill>
        <p:spPr>
          <a:xfrm>
            <a:off x="524055" y="1425972"/>
            <a:ext cx="8079036" cy="78342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950FB3-CA73-F007-CA09-5F69DC86550A}"/>
              </a:ext>
            </a:extLst>
          </p:cNvPr>
          <p:cNvSpPr txBox="1"/>
          <p:nvPr/>
        </p:nvSpPr>
        <p:spPr>
          <a:xfrm>
            <a:off x="3049546" y="817237"/>
            <a:ext cx="38876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A. 2005-2009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7BF5B0-18B9-ADF0-4A24-9F6797D42D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599" t="23792" r="21015" b="21135"/>
          <a:stretch>
            <a:fillRect/>
          </a:stretch>
        </p:blipFill>
        <p:spPr>
          <a:xfrm>
            <a:off x="9158809" y="1381665"/>
            <a:ext cx="8687320" cy="79228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8FE7EB-605C-CA3A-4427-420730CD5C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392" t="14613" r="20290" b="17029"/>
          <a:stretch>
            <a:fillRect/>
          </a:stretch>
        </p:blipFill>
        <p:spPr>
          <a:xfrm>
            <a:off x="18992247" y="1482195"/>
            <a:ext cx="7678951" cy="84230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B7B911-72E7-5F78-A1EB-E2D329E631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667" t="17030" r="16158" b="20652"/>
          <a:stretch>
            <a:fillRect/>
          </a:stretch>
        </p:blipFill>
        <p:spPr>
          <a:xfrm>
            <a:off x="4502634" y="10117779"/>
            <a:ext cx="8190013" cy="759791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9C7EA30-D50C-9B83-261B-6851C31B62C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341" t="15459" r="15086" b="16908"/>
          <a:stretch>
            <a:fillRect/>
          </a:stretch>
        </p:blipFill>
        <p:spPr>
          <a:xfrm>
            <a:off x="13838765" y="10117779"/>
            <a:ext cx="7457083" cy="781046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5360CC2-D793-3DE7-1745-8CC05409A5E3}"/>
              </a:ext>
            </a:extLst>
          </p:cNvPr>
          <p:cNvSpPr txBox="1"/>
          <p:nvPr/>
        </p:nvSpPr>
        <p:spPr>
          <a:xfrm>
            <a:off x="12514540" y="780936"/>
            <a:ext cx="38876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B. 2010-2014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AE9C59-12AE-1F1F-152E-FFDCDA9757A1}"/>
              </a:ext>
            </a:extLst>
          </p:cNvPr>
          <p:cNvSpPr txBox="1"/>
          <p:nvPr/>
        </p:nvSpPr>
        <p:spPr>
          <a:xfrm>
            <a:off x="21479718" y="817236"/>
            <a:ext cx="39212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C. 2015-2019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DE6EDE-CAAA-BCDA-99D6-FC8E53861AD8}"/>
              </a:ext>
            </a:extLst>
          </p:cNvPr>
          <p:cNvSpPr txBox="1"/>
          <p:nvPr/>
        </p:nvSpPr>
        <p:spPr>
          <a:xfrm>
            <a:off x="6937149" y="9453428"/>
            <a:ext cx="3921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D. 2020-2024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3C8F5C-8FA8-2A4E-CCD9-AF8390F2FC84}"/>
              </a:ext>
            </a:extLst>
          </p:cNvPr>
          <p:cNvSpPr txBox="1"/>
          <p:nvPr/>
        </p:nvSpPr>
        <p:spPr>
          <a:xfrm>
            <a:off x="15708138" y="9453427"/>
            <a:ext cx="3921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E. 2025-2026</a:t>
            </a:r>
          </a:p>
        </p:txBody>
      </p:sp>
    </p:spTree>
    <p:extLst>
      <p:ext uri="{BB962C8B-B14F-4D97-AF65-F5344CB8AC3E}">
        <p14:creationId xmlns:p14="http://schemas.microsoft.com/office/powerpoint/2010/main" val="2238673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15</Words>
  <Application>Microsoft Macintosh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Annie Innes-Gold</dc:creator>
  <cp:lastModifiedBy>Annie Innes-Gold</cp:lastModifiedBy>
  <cp:revision>3</cp:revision>
  <dcterms:created xsi:type="dcterms:W3CDTF">2026-07-16T23:15:52Z</dcterms:created>
  <dcterms:modified xsi:type="dcterms:W3CDTF">2026-07-16T23:35:49Z</dcterms:modified>
</cp:coreProperties>
</file>